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0C5B8-2A22-4C85-9096-F47A09249D90}" v="3" dt="2026-04-06T11:28:57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lagani harshith" userId="19e50cc3aeb9bf94" providerId="LiveId" clId="{B52E0EA2-45D8-41F2-BA8B-F5BB325314F0}"/>
    <pc:docChg chg="addSld modSld">
      <pc:chgData name="kolagani harshith" userId="19e50cc3aeb9bf94" providerId="LiveId" clId="{B52E0EA2-45D8-41F2-BA8B-F5BB325314F0}" dt="2026-04-06T11:28:57.833" v="5"/>
      <pc:docMkLst>
        <pc:docMk/>
      </pc:docMkLst>
      <pc:sldChg chg="addSp modSp new">
        <pc:chgData name="kolagani harshith" userId="19e50cc3aeb9bf94" providerId="LiveId" clId="{B52E0EA2-45D8-41F2-BA8B-F5BB325314F0}" dt="2026-04-06T11:28:31.391" v="1"/>
        <pc:sldMkLst>
          <pc:docMk/>
          <pc:sldMk cId="11884995" sldId="259"/>
        </pc:sldMkLst>
        <pc:picChg chg="add mod">
          <ac:chgData name="kolagani harshith" userId="19e50cc3aeb9bf94" providerId="LiveId" clId="{B52E0EA2-45D8-41F2-BA8B-F5BB325314F0}" dt="2026-04-06T11:28:31.391" v="1"/>
          <ac:picMkLst>
            <pc:docMk/>
            <pc:sldMk cId="11884995" sldId="259"/>
            <ac:picMk id="2" creationId="{6A0DE39F-93CE-2CCE-4DF6-9547E6D6D304}"/>
          </ac:picMkLst>
        </pc:picChg>
      </pc:sldChg>
      <pc:sldChg chg="addSp modSp new">
        <pc:chgData name="kolagani harshith" userId="19e50cc3aeb9bf94" providerId="LiveId" clId="{B52E0EA2-45D8-41F2-BA8B-F5BB325314F0}" dt="2026-04-06T11:28:46.518" v="4"/>
        <pc:sldMkLst>
          <pc:docMk/>
          <pc:sldMk cId="4210222016" sldId="260"/>
        </pc:sldMkLst>
        <pc:picChg chg="add mod">
          <ac:chgData name="kolagani harshith" userId="19e50cc3aeb9bf94" providerId="LiveId" clId="{B52E0EA2-45D8-41F2-BA8B-F5BB325314F0}" dt="2026-04-06T11:28:46.518" v="4"/>
          <ac:picMkLst>
            <pc:docMk/>
            <pc:sldMk cId="4210222016" sldId="260"/>
            <ac:picMk id="2" creationId="{0AD8CA40-0285-937F-4F86-C74E67721954}"/>
          </ac:picMkLst>
        </pc:picChg>
      </pc:sldChg>
      <pc:sldChg chg="addSp modSp new">
        <pc:chgData name="kolagani harshith" userId="19e50cc3aeb9bf94" providerId="LiveId" clId="{B52E0EA2-45D8-41F2-BA8B-F5BB325314F0}" dt="2026-04-06T11:28:57.833" v="5"/>
        <pc:sldMkLst>
          <pc:docMk/>
          <pc:sldMk cId="158518517" sldId="261"/>
        </pc:sldMkLst>
        <pc:picChg chg="add mod">
          <ac:chgData name="kolagani harshith" userId="19e50cc3aeb9bf94" providerId="LiveId" clId="{B52E0EA2-45D8-41F2-BA8B-F5BB325314F0}" dt="2026-04-06T11:28:57.833" v="5"/>
          <ac:picMkLst>
            <pc:docMk/>
            <pc:sldMk cId="158518517" sldId="261"/>
            <ac:picMk id="2" creationId="{1EEFDBA8-ED72-B51D-103E-9A2A8EC2471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1D28-3C91-20DB-819F-6397BFF42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6080-40A2-F931-582E-1A69F64B9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98A5C-29D2-2910-C04E-17B64F7AD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488FF-2752-2702-3E33-A300BF262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DACC5-6985-0301-9D90-31859D8C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61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CC610-167F-7CE6-9428-860B6F19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F4C13-8D14-A01B-6DE2-5586B62BE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58735-4E45-E7CA-7B19-F8E422D0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2311-74BA-A8BB-891A-45DC52EB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2AA84-4CBC-50C9-382A-4B643CFB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452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094E-1D70-659D-3120-B41996F0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9FACB-A96E-BF44-75D8-C7573C3FE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B394C-1902-911C-C05F-C762CF335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8FB50-C290-80F1-4A55-5F0E173B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56E90-9C78-320D-86DD-28D2CB46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81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3813-2D9E-9B8E-E191-1B3473A9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6A781-8FAD-9B1A-A67E-F02B6967A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C852F-876C-17EE-15B4-2A01E3697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B5A1E-1C3A-274D-8111-1DC896D5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786D8-6693-6E5A-D317-B5FCA1FA0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CEA23-543A-61A2-731C-003EF3FA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03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D0BDE-16AC-4350-85C5-6601DCEC3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EED95-5BA7-3C18-78B9-DB9DF238E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448BD-1701-E039-0481-C3448A59F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61E97-2783-D4FD-5DB4-F78E3C652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95A46-CD5C-96CA-3462-2FFD75C327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2ADFC4-8BBE-0691-7262-0E92C993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C0AFC-EE84-BD45-EBCD-F11730B2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7FD8BC-66D8-C1C8-F6DF-20ACED25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15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B116-683B-97A6-1D4B-44C27C42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01326-1E4C-BF18-5122-BF1969A4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278F2-F3E7-D17A-B438-C1C3A75C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C9EA0-FEA7-745F-F55C-29E62BEB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754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8CE8A-11C7-0020-54D0-79605BC8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B2ED5-629D-F2FB-4270-3B1E6779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171B5-2B0C-4083-374C-2EC3AF23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63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5CCE-BE1B-9D18-3BF7-D611743E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ACEC7-50AC-5DFD-EDE9-F144A99D2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7524B-BDF8-0C38-C20C-CF7BA2AD2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BCCA1-BAEC-FF9C-8C09-86C9113F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47D0E-6D8F-BDEA-2297-4D577E0D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05C95-A60D-897D-BEEC-B3A8A8EA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2203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C5286-E628-9EF1-C12D-BF77440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8CB62-099D-A683-F3A7-E8E072929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1412B-2CF2-5269-1276-B27F27D8B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279D8-6E97-BD28-341C-76E05BD8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18D7B-A5E4-FF4B-129D-5C144B74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57F55-6874-A66A-C841-6C8D95B0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71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16A0C-6F60-EB7D-4412-26CE32639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47376-1768-EE21-8604-3E74967DC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C3890-41BA-C0C2-81C5-B80ED9CA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54904-25B5-5DA0-0FCE-7F4134D7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13604-D2C7-847D-6FF6-F8B33022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350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EAE00-88C8-B353-0263-234D1FEC9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54AFA-395B-3753-DEC0-181D10849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FAEA3-2577-1A6B-92AE-279E82EB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50A85-E33A-1BC0-446F-3116F5F9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0B25C-E098-53E4-7EDA-B36E4F33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20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886DD1-0039-C3D9-AAB7-84FFE9683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C47AB-B87C-09FE-E561-F453AFBE7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11053-3A78-47B8-1037-0947FDA19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77023-0903-4F2B-9B07-2A183F51F63A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80E5B-486A-19F1-43F6-BAA44E9BE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F3C2F-023F-C6C7-BFC7-C820635F4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5F832-2535-4C7E-A766-CF37248017E4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17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98B4037-3C03-FD1C-4537-68B8C22C9F4B}"/>
              </a:ext>
            </a:extLst>
          </p:cNvPr>
          <p:cNvSpPr/>
          <p:nvPr/>
        </p:nvSpPr>
        <p:spPr>
          <a:xfrm>
            <a:off x="2468880" y="193040"/>
            <a:ext cx="1198880" cy="78232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Reseacher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C056FBE-B37C-930F-D636-908B000C7EB9}"/>
              </a:ext>
            </a:extLst>
          </p:cNvPr>
          <p:cNvSpPr/>
          <p:nvPr/>
        </p:nvSpPr>
        <p:spPr>
          <a:xfrm>
            <a:off x="8107680" y="259080"/>
            <a:ext cx="1198880" cy="650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patient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57CBC7-2033-2B2D-9FC7-6A7FB4F06355}"/>
              </a:ext>
            </a:extLst>
          </p:cNvPr>
          <p:cNvSpPr/>
          <p:nvPr/>
        </p:nvSpPr>
        <p:spPr>
          <a:xfrm>
            <a:off x="2255520" y="1381760"/>
            <a:ext cx="1412240" cy="518160"/>
          </a:xfrm>
          <a:prstGeom prst="roundRect">
            <a:avLst/>
          </a:prstGeom>
          <a:solidFill>
            <a:schemeClr val="accent2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Researcher dashboard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24A1B0-7891-DA0D-67BC-6C9B687BB016}"/>
              </a:ext>
            </a:extLst>
          </p:cNvPr>
          <p:cNvSpPr/>
          <p:nvPr/>
        </p:nvSpPr>
        <p:spPr>
          <a:xfrm>
            <a:off x="7848600" y="1315720"/>
            <a:ext cx="1717040" cy="6502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Patient dashboard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D55686-DAF8-F7C0-144D-6E7FA27CDF64}"/>
              </a:ext>
            </a:extLst>
          </p:cNvPr>
          <p:cNvSpPr/>
          <p:nvPr/>
        </p:nvSpPr>
        <p:spPr>
          <a:xfrm>
            <a:off x="7848600" y="2175510"/>
            <a:ext cx="1717040" cy="65024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Local storage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AC803F-9A77-3BDD-4271-3A71B497EA76}"/>
              </a:ext>
            </a:extLst>
          </p:cNvPr>
          <p:cNvSpPr/>
          <p:nvPr/>
        </p:nvSpPr>
        <p:spPr>
          <a:xfrm>
            <a:off x="4928428" y="3543300"/>
            <a:ext cx="1717040" cy="6502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API gateway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6CD7D6-DF16-2410-CDA2-C8B9987EE447}"/>
              </a:ext>
            </a:extLst>
          </p:cNvPr>
          <p:cNvSpPr/>
          <p:nvPr/>
        </p:nvSpPr>
        <p:spPr>
          <a:xfrm>
            <a:off x="4942840" y="4307840"/>
            <a:ext cx="1717040" cy="6502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Auth service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5D09D6-DE69-0826-0D7A-0CEA3A345780}"/>
              </a:ext>
            </a:extLst>
          </p:cNvPr>
          <p:cNvSpPr/>
          <p:nvPr/>
        </p:nvSpPr>
        <p:spPr>
          <a:xfrm>
            <a:off x="3043739" y="5151120"/>
            <a:ext cx="1717040" cy="6502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Protocol analysis engine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E4B700-FD01-D2DF-A03C-BDC61840DBDF}"/>
              </a:ext>
            </a:extLst>
          </p:cNvPr>
          <p:cNvSpPr/>
          <p:nvPr/>
        </p:nvSpPr>
        <p:spPr>
          <a:xfrm>
            <a:off x="4940361" y="5158414"/>
            <a:ext cx="1717040" cy="6502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Matching &amp; scoring service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847EB6-07B6-8BDF-0CA2-B2236A2E9D96}"/>
              </a:ext>
            </a:extLst>
          </p:cNvPr>
          <p:cNvSpPr/>
          <p:nvPr/>
        </p:nvSpPr>
        <p:spPr>
          <a:xfrm>
            <a:off x="6811037" y="5186680"/>
            <a:ext cx="1717040" cy="6502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Patient data aggregator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8A0D79-A694-5D6A-50D6-302886567D4B}"/>
              </a:ext>
            </a:extLst>
          </p:cNvPr>
          <p:cNvSpPr/>
          <p:nvPr/>
        </p:nvSpPr>
        <p:spPr>
          <a:xfrm>
            <a:off x="1397000" y="6145264"/>
            <a:ext cx="1717040" cy="650240"/>
          </a:xfrm>
          <a:prstGeom prst="roundRect">
            <a:avLst/>
          </a:prstGeom>
          <a:solidFill>
            <a:schemeClr val="bg2">
              <a:lumMod val="1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Campus DB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8EC00E-D2F0-794B-4746-3A6E0F14515A}"/>
              </a:ext>
            </a:extLst>
          </p:cNvPr>
          <p:cNvCxnSpPr>
            <a:stCxn id="2" idx="4"/>
          </p:cNvCxnSpPr>
          <p:nvPr/>
        </p:nvCxnSpPr>
        <p:spPr>
          <a:xfrm>
            <a:off x="3068320" y="97536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7A2E58-6B9E-37A9-00A6-00C0564CD12C}"/>
              </a:ext>
            </a:extLst>
          </p:cNvPr>
          <p:cNvCxnSpPr>
            <a:stCxn id="3" idx="4"/>
            <a:endCxn id="6" idx="0"/>
          </p:cNvCxnSpPr>
          <p:nvPr/>
        </p:nvCxnSpPr>
        <p:spPr>
          <a:xfrm>
            <a:off x="8707120" y="909320"/>
            <a:ext cx="0" cy="406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0166CE-05F9-AAFE-EB6B-776320B2D8DA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8707120" y="1965960"/>
            <a:ext cx="0" cy="209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A7B630-7D85-9BC4-DFA2-B0D51E71EF81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786948" y="4193540"/>
            <a:ext cx="14412" cy="114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6D43594-AE88-B822-D570-A11F73454656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5798881" y="4958080"/>
            <a:ext cx="2479" cy="200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AE90F2-076A-6538-592B-576301C8FAEF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6657401" y="5483534"/>
            <a:ext cx="153636" cy="28266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DD6B294-5BA5-B5C0-7C7B-BC41BE04CEE6}"/>
              </a:ext>
            </a:extLst>
          </p:cNvPr>
          <p:cNvCxnSpPr>
            <a:stCxn id="9" idx="1"/>
            <a:endCxn id="10" idx="0"/>
          </p:cNvCxnSpPr>
          <p:nvPr/>
        </p:nvCxnSpPr>
        <p:spPr>
          <a:xfrm flipH="1">
            <a:off x="3902259" y="4632960"/>
            <a:ext cx="1040581" cy="518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FD8182-3EB3-D823-C7B7-FE26A4A8C2B2}"/>
              </a:ext>
            </a:extLst>
          </p:cNvPr>
          <p:cNvCxnSpPr>
            <a:stCxn id="9" idx="3"/>
            <a:endCxn id="12" idx="0"/>
          </p:cNvCxnSpPr>
          <p:nvPr/>
        </p:nvCxnSpPr>
        <p:spPr>
          <a:xfrm>
            <a:off x="6659880" y="4632960"/>
            <a:ext cx="1009677" cy="553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F5B7BF-6B4F-4212-7473-85793F42261B}"/>
              </a:ext>
            </a:extLst>
          </p:cNvPr>
          <p:cNvCxnSpPr>
            <a:cxnSpLocks/>
          </p:cNvCxnSpPr>
          <p:nvPr/>
        </p:nvCxnSpPr>
        <p:spPr>
          <a:xfrm>
            <a:off x="1198879" y="1051560"/>
            <a:ext cx="8753195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DA328C6-B505-87D7-3A30-DEA3630C1441}"/>
              </a:ext>
            </a:extLst>
          </p:cNvPr>
          <p:cNvCxnSpPr>
            <a:cxnSpLocks/>
          </p:cNvCxnSpPr>
          <p:nvPr/>
        </p:nvCxnSpPr>
        <p:spPr>
          <a:xfrm>
            <a:off x="1198879" y="1051560"/>
            <a:ext cx="0" cy="203188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8C4CBDA-4A7B-5299-61CA-59303A86FC88}"/>
              </a:ext>
            </a:extLst>
          </p:cNvPr>
          <p:cNvCxnSpPr/>
          <p:nvPr/>
        </p:nvCxnSpPr>
        <p:spPr>
          <a:xfrm>
            <a:off x="1198879" y="3083442"/>
            <a:ext cx="8848888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9E90755-A7A5-9AF2-02EE-032DB31465C1}"/>
              </a:ext>
            </a:extLst>
          </p:cNvPr>
          <p:cNvCxnSpPr/>
          <p:nvPr/>
        </p:nvCxnSpPr>
        <p:spPr>
          <a:xfrm>
            <a:off x="9952074" y="1051560"/>
            <a:ext cx="0" cy="203188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6AF24C-E275-2D6F-4E7B-E03A5BE33AA8}"/>
              </a:ext>
            </a:extLst>
          </p:cNvPr>
          <p:cNvCxnSpPr/>
          <p:nvPr/>
        </p:nvCxnSpPr>
        <p:spPr>
          <a:xfrm>
            <a:off x="1198879" y="3327991"/>
            <a:ext cx="8753195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FC09DC3-AE60-F54F-A806-DA33C5081E10}"/>
              </a:ext>
            </a:extLst>
          </p:cNvPr>
          <p:cNvCxnSpPr/>
          <p:nvPr/>
        </p:nvCxnSpPr>
        <p:spPr>
          <a:xfrm>
            <a:off x="1198879" y="3327991"/>
            <a:ext cx="0" cy="320488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D6EEFF2-5AA7-7DEA-6D59-DF050E5C031F}"/>
              </a:ext>
            </a:extLst>
          </p:cNvPr>
          <p:cNvCxnSpPr>
            <a:cxnSpLocks/>
          </p:cNvCxnSpPr>
          <p:nvPr/>
        </p:nvCxnSpPr>
        <p:spPr>
          <a:xfrm>
            <a:off x="1161076" y="6453963"/>
            <a:ext cx="471848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0FC8452-1A57-09E9-6236-C337F337FE9B}"/>
              </a:ext>
            </a:extLst>
          </p:cNvPr>
          <p:cNvCxnSpPr/>
          <p:nvPr/>
        </p:nvCxnSpPr>
        <p:spPr>
          <a:xfrm>
            <a:off x="9952074" y="3327991"/>
            <a:ext cx="95693" cy="312597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5F26AA4-4BD9-3CD9-4EBE-01562C7C0A2D}"/>
              </a:ext>
            </a:extLst>
          </p:cNvPr>
          <p:cNvCxnSpPr/>
          <p:nvPr/>
        </p:nvCxnSpPr>
        <p:spPr>
          <a:xfrm>
            <a:off x="3785191" y="3083442"/>
            <a:ext cx="1020725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2AB80A0-27AA-47A1-2A81-36A34321A56B}"/>
              </a:ext>
            </a:extLst>
          </p:cNvPr>
          <p:cNvCxnSpPr/>
          <p:nvPr/>
        </p:nvCxnSpPr>
        <p:spPr>
          <a:xfrm flipH="1">
            <a:off x="6657401" y="3083442"/>
            <a:ext cx="1710422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A3B5626-A98E-F0F1-F306-778A6663D4C9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3114040" y="6465895"/>
            <a:ext cx="6912933" cy="4489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7D67086-6D8A-1F59-50AA-1D0F966DCCA1}"/>
              </a:ext>
            </a:extLst>
          </p:cNvPr>
          <p:cNvSpPr/>
          <p:nvPr/>
        </p:nvSpPr>
        <p:spPr>
          <a:xfrm>
            <a:off x="1236908" y="5178293"/>
            <a:ext cx="1717040" cy="6502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Issue service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D5E0F763-9634-CD87-5CCD-D79663AFF277}"/>
              </a:ext>
            </a:extLst>
          </p:cNvPr>
          <p:cNvSpPr/>
          <p:nvPr/>
        </p:nvSpPr>
        <p:spPr>
          <a:xfrm>
            <a:off x="8613136" y="5158414"/>
            <a:ext cx="1386848" cy="650240"/>
          </a:xfrm>
          <a:prstGeom prst="roundRect">
            <a:avLst/>
          </a:prstGeom>
          <a:solidFill>
            <a:schemeClr val="accent3">
              <a:lumMod val="5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Reporting &amp; analytics engine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0B64329-92C2-8FA9-6C77-24D51436FC34}"/>
              </a:ext>
            </a:extLst>
          </p:cNvPr>
          <p:cNvCxnSpPr>
            <a:stCxn id="64" idx="3"/>
            <a:endCxn id="10" idx="1"/>
          </p:cNvCxnSpPr>
          <p:nvPr/>
        </p:nvCxnSpPr>
        <p:spPr>
          <a:xfrm flipV="1">
            <a:off x="2953948" y="5476240"/>
            <a:ext cx="89791" cy="27173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AFBE31A-70A0-1F1F-376A-74D45FE91D8F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4760779" y="5476240"/>
            <a:ext cx="179582" cy="7294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2C1C72C-D4CB-3F69-E5CB-DD5DD2319C6C}"/>
              </a:ext>
            </a:extLst>
          </p:cNvPr>
          <p:cNvCxnSpPr>
            <a:stCxn id="12" idx="3"/>
            <a:endCxn id="73" idx="1"/>
          </p:cNvCxnSpPr>
          <p:nvPr/>
        </p:nvCxnSpPr>
        <p:spPr>
          <a:xfrm flipV="1">
            <a:off x="8528077" y="5483534"/>
            <a:ext cx="85059" cy="28266"/>
          </a:xfrm>
          <a:prstGeom prst="straightConnector1">
            <a:avLst/>
          </a:prstGeom>
          <a:ln>
            <a:tailEnd type="triangle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D487DCBC-AE59-C2AC-B146-72634E71FEE2}"/>
              </a:ext>
            </a:extLst>
          </p:cNvPr>
          <p:cNvSpPr txBox="1"/>
          <p:nvPr/>
        </p:nvSpPr>
        <p:spPr>
          <a:xfrm>
            <a:off x="1236908" y="1178560"/>
            <a:ext cx="1112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Frontend layer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65F4CE-6CE5-9363-49D9-519D2E4784F3}"/>
              </a:ext>
            </a:extLst>
          </p:cNvPr>
          <p:cNvSpPr txBox="1"/>
          <p:nvPr/>
        </p:nvSpPr>
        <p:spPr>
          <a:xfrm>
            <a:off x="1397000" y="3540642"/>
            <a:ext cx="1225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Backend layer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5BDC844-232F-300C-C5D5-6AAA135ADFB0}"/>
              </a:ext>
            </a:extLst>
          </p:cNvPr>
          <p:cNvSpPr txBox="1"/>
          <p:nvPr/>
        </p:nvSpPr>
        <p:spPr>
          <a:xfrm>
            <a:off x="1368589" y="4583405"/>
            <a:ext cx="1793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Trial &amp; issue manangement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DAD3AFB-5614-8F29-AAA1-9AA124741F24}"/>
              </a:ext>
            </a:extLst>
          </p:cNvPr>
          <p:cNvCxnSpPr>
            <a:cxnSpLocks/>
          </p:cNvCxnSpPr>
          <p:nvPr/>
        </p:nvCxnSpPr>
        <p:spPr>
          <a:xfrm flipH="1">
            <a:off x="2783131" y="4481562"/>
            <a:ext cx="2158470" cy="338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22A5D9-D0B2-B46F-A16B-AD6CA3AE830E}"/>
              </a:ext>
            </a:extLst>
          </p:cNvPr>
          <p:cNvCxnSpPr>
            <a:stCxn id="64" idx="2"/>
          </p:cNvCxnSpPr>
          <p:nvPr/>
        </p:nvCxnSpPr>
        <p:spPr>
          <a:xfrm>
            <a:off x="2095428" y="5828533"/>
            <a:ext cx="0" cy="316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93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0DE39F-93CE-2CCE-4DF6-9547E6D6D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731043"/>
            <a:ext cx="7924800" cy="539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884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D8CA40-0285-937F-4F86-C74E67721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92513" y="715963"/>
            <a:ext cx="5006975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10222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EFDBA8-ED72-B51D-103E-9A2A8EC24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31393" y="715963"/>
            <a:ext cx="5129213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8518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kolagani harshith</dc:creator>
  <cp:lastModifiedBy>kolagani harshith</cp:lastModifiedBy>
  <cp:revision>1</cp:revision>
  <dcterms:created xsi:type="dcterms:W3CDTF">2026-04-06T10:50:14Z</dcterms:created>
  <dcterms:modified xsi:type="dcterms:W3CDTF">2026-04-06T11:28:58Z</dcterms:modified>
</cp:coreProperties>
</file>